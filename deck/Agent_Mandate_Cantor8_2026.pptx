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121418"/>
          </a:solidFill>
          <a:ln w="15875">
            <a:solidFill>
              <a:srgbClr val="8A7A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50" kern="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Mandate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authority for autonomous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decides what it wants to do.
</a:t>
            </a:r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ledger decides what it is </a:t>
            </a:r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do.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58568" y="510235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87752" y="507492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121418"/>
          </a:solidFill>
          <a:ln w="12700">
            <a:solidFill>
              <a:srgbClr val="8A7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507492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Daml authority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0" y="510235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26864" y="5074920"/>
            <a:ext cx="1325880" cy="420624"/>
          </a:xfrm>
          <a:prstGeom prst="roundRect">
            <a:avLst>
              <a:gd name="adj" fmla="val 10870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507492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F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Cantor8 London Hackathon · Build on Canton · 29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Mandate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029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don't just need wallets.
</a:t>
            </a:r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need bounded authority.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MAY DECIDE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MUST NOT DECIDE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4754880" cy="0"/>
          </a:xfrm>
          <a:prstGeom prst="line">
            <a:avLst/>
          </a:prstGeom>
          <a:noFill/>
          <a:ln w="9525">
            <a:solidFill>
              <a:srgbClr val="2226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514600"/>
            <a:ext cx="4754880" cy="0"/>
          </a:xfrm>
          <a:prstGeom prst="line">
            <a:avLst/>
          </a:prstGeom>
          <a:noFill/>
          <a:ln w="9525">
            <a:solidFill>
              <a:srgbClr val="8A7A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2057400"/>
            <a:ext cx="0" cy="3017520"/>
          </a:xfrm>
          <a:prstGeom prst="line">
            <a:avLst/>
          </a:prstGeom>
          <a:noFill/>
          <a:ln w="9525">
            <a:solidFill>
              <a:srgbClr val="222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wants to pay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much it wants to send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9867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wants to pay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6085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initiate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spending cap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364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recipient permissions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39867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expiry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46085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revocation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9525">
            <a:solidFill>
              <a:srgbClr val="222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Probabilistic intent </a:t>
            </a:r>
            <a:pPr algn="ctr" indent="0" marL="0">
              <a:buNone/>
            </a:pPr>
            <a:r>
              <a:rPr lang="en-US" sz="210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≠</a:t>
            </a:r>
            <a:pPr algn="ctr" indent="0" marL="0">
              <a:buNone/>
            </a:pPr>
            <a:r>
              <a:rPr lang="en-US" sz="21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financial authority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Mandate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authority in Daml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Natural-language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50008" y="17922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4328" y="169164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169164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58768" y="17922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33088" y="1691640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16916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runtime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96128" y="17922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70448" y="1609344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21418"/>
          </a:solidFill>
          <a:ln w="25400">
            <a:solidFill>
              <a:srgbClr val="C8A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609344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Daml Mandate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99248" y="17922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73568" y="1691640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16916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F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Canton Token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3FF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19488" y="17922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93808" y="1691640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16916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F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Canton Coin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84848" y="2350008"/>
            <a:ext cx="0" cy="320040"/>
          </a:xfrm>
          <a:prstGeom prst="line">
            <a:avLst/>
          </a:prstGeom>
          <a:noFill/>
          <a:ln w="12700">
            <a:solidFill>
              <a:srgbClr val="8A7A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1808" y="2743200"/>
            <a:ext cx="2926080" cy="1572768"/>
          </a:xfrm>
          <a:prstGeom prst="roundRect">
            <a:avLst>
              <a:gd name="adj" fmla="val 2907"/>
            </a:avLst>
          </a:prstGeom>
          <a:solidFill>
            <a:srgbClr val="121418"/>
          </a:solidFill>
          <a:ln w="15875">
            <a:solidFill>
              <a:srgbClr val="8A7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2871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CONTROL BOUNDARY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50408" y="3182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Recipient allowlist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5040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Cumulative cap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50408" y="3730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50408" y="4005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4617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deliberately does not enforce these policies.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60920" y="54406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5440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 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42248" y="549554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 payment →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332720" y="54406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2700">
            <a:solidFill>
              <a:srgbClr val="8A7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5440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 B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60920" y="5989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successor automatically adopted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Mandate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wallet could afford it. </a:t>
            </a:r>
            <a:pPr indent="0" marL="0">
              <a:buNone/>
            </a:pPr>
            <a:r>
              <a:rPr lang="en-US" sz="2800" b="1" dirty="0">
                <a:solidFill>
                  <a:srgbClr val="E5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wasn't authorised.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3337560" cy="1463040"/>
          </a:xfrm>
          <a:prstGeom prst="roundRect">
            <a:avLst>
              <a:gd name="adj" fmla="val 312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819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FUNDS AVAILABLE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4.997 CC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245059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sufficient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417320"/>
            <a:ext cx="3337560" cy="1463040"/>
          </a:xfrm>
          <a:prstGeom prst="roundRect">
            <a:avLst>
              <a:gd name="adj" fmla="val 312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15819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0016" y="1874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0.008 CC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00016" y="245059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approved Pharmacy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28432" y="1417320"/>
            <a:ext cx="3337560" cy="1463040"/>
          </a:xfrm>
          <a:prstGeom prst="roundRect">
            <a:avLst>
              <a:gd name="adj" fmla="val 3125"/>
            </a:avLst>
          </a:prstGeom>
          <a:solidFill>
            <a:srgbClr val="121418"/>
          </a:solidFill>
          <a:ln w="12700">
            <a:solidFill>
              <a:srgbClr val="222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819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DELEGATED AUTHORITY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1874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0.007 CC</a:t>
            </a:r>
            <a:pPr indent="0" marL="0">
              <a:buNone/>
            </a:pPr>
            <a:r>
              <a:rPr lang="en-US" sz="1300" b="1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remaining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02752" y="245059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insufficient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54296" y="3246120"/>
            <a:ext cx="2880360" cy="777240"/>
          </a:xfrm>
          <a:prstGeom prst="roundRect">
            <a:avLst>
              <a:gd name="adj" fmla="val 5882"/>
            </a:avLst>
          </a:prstGeom>
          <a:solidFill>
            <a:srgbClr val="3A1D1C"/>
          </a:solidFill>
          <a:ln w="19050">
            <a:solidFill>
              <a:srgbClr val="E56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3246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E5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566160" y="411480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5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“charge would exceed the cap”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4480560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CC moved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194560" y="50749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Recipient approved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5385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had sufficient funds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56967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 active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60076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E5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Exceeded delegated authority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55138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 by  Mandate.ChargeAndSettle  ·  Daml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6400800"/>
            <a:ext cx="10515600" cy="0"/>
          </a:xfrm>
          <a:prstGeom prst="line">
            <a:avLst/>
          </a:prstGeom>
          <a:noFill/>
          <a:ln w="9525">
            <a:solidFill>
              <a:srgbClr val="2226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446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Having the funds is not the same as having the authority to spend them.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Mandate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AI wallets to machine authority infrastructure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063240" cy="0"/>
          </a:xfrm>
          <a:prstGeom prst="line">
            <a:avLst/>
          </a:prstGeom>
          <a:noFill/>
          <a:ln w="9525">
            <a:solidFill>
              <a:srgbClr val="222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50008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CC funded on DevNet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real 0.001 CC settlements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776472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Canton Token Standard settlement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Daml cap rejection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202936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Successor Mandate state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2103120"/>
            <a:ext cx="3063240" cy="0"/>
          </a:xfrm>
          <a:prstGeom prst="line">
            <a:avLst/>
          </a:prstGeom>
          <a:noFill/>
          <a:ln w="9525">
            <a:solidFill>
              <a:srgbClr val="8A7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agents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26864" y="3063240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agents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26864" y="3776472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budgets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26864" y="4489704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Multi-party approvals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26864" y="5202936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audit + revocation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30768" y="16916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FF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CANTON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30768" y="2103120"/>
            <a:ext cx="3063240" cy="0"/>
          </a:xfrm>
          <a:prstGeom prst="line">
            <a:avLst/>
          </a:prstGeom>
          <a:noFill/>
          <a:ln w="9525">
            <a:solidFill>
              <a:srgbClr val="F3FF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2350008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financial state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30768" y="3063240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Selective visibility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30768" y="3776472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authority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30768" y="4489704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E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settlement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" y="5943600"/>
            <a:ext cx="10515600" cy="0"/>
          </a:xfrm>
          <a:prstGeom prst="line">
            <a:avLst/>
          </a:prstGeom>
          <a:noFill/>
          <a:ln w="9525">
            <a:solidFill>
              <a:srgbClr val="2226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D93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intent. </a:t>
            </a:r>
            <a:pPr algn="ctr" indent="0" marL="0">
              <a:buNone/>
            </a:pPr>
            <a:r>
              <a:rPr lang="en-US" sz="1900" b="1" dirty="0">
                <a:solidFill>
                  <a:srgbClr val="C8A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financial authority.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Mandate — Financial authority for autonomous agents</dc:title>
  <dc:subject>PptxGenJS Presentation</dc:subject>
  <dc:creator>Agent Mandate</dc:creator>
  <cp:lastModifiedBy>Agent Mandate</cp:lastModifiedBy>
  <cp:revision>1</cp:revision>
  <dcterms:created xsi:type="dcterms:W3CDTF">2026-08-29T18:13:19Z</dcterms:created>
  <dcterms:modified xsi:type="dcterms:W3CDTF">2026-08-29T18:13:19Z</dcterms:modified>
</cp:coreProperties>
</file>